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3A4EC-27D6-4542-91DF-8694718C66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ADF738-CEFC-4050-A353-36904A72EE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48DDA-49A3-40EB-9190-DDF9916B1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DF4C0-188F-43D5-B7C0-959C543FC5C5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2CA161-66E6-4209-9650-E04D714D9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5D8954-7741-4390-988D-805085178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EF526-30CB-461A-BBAC-87B6F9C715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3994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9D72E-93E7-4408-8169-6F0BA1FED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352846-CD2D-4A77-92F0-6179D2B58C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AD59B1-DC8E-4F13-AFD4-D28C72489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DF4C0-188F-43D5-B7C0-959C543FC5C5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003EB5-1E1C-4AAB-95F1-DF7FB1A38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D5A753-31A0-446F-B6DF-D660953BB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EF526-30CB-461A-BBAC-87B6F9C715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34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21080-B7FF-4AF8-BE35-F8689B6FB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43D74F-6B64-4B59-AF5C-48EB070C48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69FEBD-8E67-4462-8DCF-607399D52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DF4C0-188F-43D5-B7C0-959C543FC5C5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D00A83-9741-4A47-8BAB-C9A1B34B3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F7288E-2EF7-4B10-92EC-8F15E33BD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EF526-30CB-461A-BBAC-87B6F9C715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70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63213-5BA4-4B11-B5DF-03A171883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FA045-A9E7-45C5-833E-573CB67B99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B2B305-24A3-49A7-AADF-FF0F9376BF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8BEE4D-DC66-41C8-B8E5-E1748502D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DF4C0-188F-43D5-B7C0-959C543FC5C5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AB8ADA-8279-4845-8F27-9CCF15F99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660D11-E522-42CF-994C-D00DE77B2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EF526-30CB-461A-BBAC-87B6F9C715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93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26708-F598-4BCE-9185-17D0B7DBB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FF064F-0F7B-4C10-8085-7CF03FDF53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A7472C-6F8E-4CBB-B93C-1075737679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BC9FCC-EA88-41FD-9081-1CAF2FD24C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4763C5-20CF-4E2F-882F-117FD04F05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7E7D2E-BDE7-482F-9A7A-0F05EDB27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DF4C0-188F-43D5-B7C0-959C543FC5C5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4A2DDA-8EF9-4AEC-B132-355538172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FAB38F-7604-48FE-B5A2-DC82097A8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EF526-30CB-461A-BBAC-87B6F9C715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4758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0B666-C3D0-42A2-901B-8838CEDAA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EA96B4-2639-4E45-A911-191F8478D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DF4C0-188F-43D5-B7C0-959C543FC5C5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ED254A-13D3-440A-8CCC-BC5C07C90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3036E6-C58B-4A6F-9445-58891A040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EF526-30CB-461A-BBAC-87B6F9C715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731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190F71-4F43-4C21-AD4F-A41CFB31A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DF4C0-188F-43D5-B7C0-959C543FC5C5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4E331B-2B88-4353-91D6-6748C2A75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0F1A86-C1EE-43B6-A55C-9AA8244F2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EF526-30CB-461A-BBAC-87B6F9C715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2423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2E913-414E-45D7-8D65-F07E71AD3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0706BA-2DD2-4B42-9189-6BFC2808B1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141ABC-6D95-4875-A171-90003293A3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03A6C7-7102-4961-B7BA-39206C3CA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DF4C0-188F-43D5-B7C0-959C543FC5C5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63BA2E-5184-4717-85AA-A60829B04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3A0248-FDE5-4222-9AE7-45060D982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EF526-30CB-461A-BBAC-87B6F9C715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102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6D35A-3EB3-4AE5-87DA-C5CDFFA9B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CB1002-DF19-4F0C-B2F3-08A2198A2E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A560AD-925C-4F9E-9BC3-2A625C30B7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A89DD4-25CA-4AB5-B321-DF30AAE58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DF4C0-188F-43D5-B7C0-959C543FC5C5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B0A1E1-3795-4F65-A295-53A09414F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DBCBCC-A1FD-48E0-9E15-1D0B4E8F8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EF526-30CB-461A-BBAC-87B6F9C715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9628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0454D-FCE5-421C-BF64-B7F05EC98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EC963C-3583-4006-AC34-6EAD942D0C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2DC0EB-5C3D-4663-A600-1B203CE60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DF4C0-188F-43D5-B7C0-959C543FC5C5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3D614D-11E5-42F8-8AFE-0F6B17DC3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67F3C7-D570-499A-BB97-F9C39E0A2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EF526-30CB-461A-BBAC-87B6F9C715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4230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CA0F5D-2772-4350-91EF-B2B7C12042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5D189A-C135-4860-9CE4-E61CD6982B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521EF4-8685-414B-8F5B-FAADC00A3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DF4C0-188F-43D5-B7C0-959C543FC5C5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747B6E-F9C3-4BA9-8EBD-A2F248D00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02872-11FD-468B-A659-85C888EA9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8EF526-30CB-461A-BBAC-87B6F9C715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109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260545-F9F4-477A-ADF9-C2262DD69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229C1D-64B4-46B8-AD92-CF594AD6A9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C3719C-AACE-4EAC-A346-11D703317C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DDF4C0-188F-43D5-B7C0-959C543FC5C5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99F5FB-F9B7-4CF3-AC3E-7C095139BA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0767D-2CB1-4655-9BD2-D1A3FE9EA6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8EF526-30CB-461A-BBAC-87B6F9C715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875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ja">
            <a:extLst>
              <a:ext uri="{FF2B5EF4-FFF2-40B4-BE49-F238E27FC236}">
                <a16:creationId xmlns:a16="http://schemas.microsoft.com/office/drawing/2014/main" id="{AC5735BE-BB02-4D92-B2BC-944C1CD3961D}"/>
              </a:ext>
            </a:extLst>
          </p:cNvPr>
          <p:cNvSpPr/>
          <p:nvPr/>
        </p:nvSpPr>
        <p:spPr>
          <a:xfrm>
            <a:off x="1270000" y="1270000"/>
            <a:ext cx="2540000" cy="1905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4047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ja">
            <a:extLst>
              <a:ext uri="{FF2B5EF4-FFF2-40B4-BE49-F238E27FC236}">
                <a16:creationId xmlns:a16="http://schemas.microsoft.com/office/drawing/2014/main" id="{8B80A62E-DC49-405D-9F9D-81FA0FEF5A49}"/>
              </a:ext>
            </a:extLst>
          </p:cNvPr>
          <p:cNvSpPr/>
          <p:nvPr/>
        </p:nvSpPr>
        <p:spPr>
          <a:xfrm>
            <a:off x="6350000" y="3175000"/>
            <a:ext cx="5080000" cy="3175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9467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Jean Piero David Morán</dc:creator>
  <cp:lastModifiedBy>Jean Piero David Morán</cp:lastModifiedBy>
  <cp:revision>1</cp:revision>
  <dcterms:created xsi:type="dcterms:W3CDTF">2026-09-11T19:14:15Z</dcterms:created>
  <dcterms:modified xsi:type="dcterms:W3CDTF">2026-09-11T19:14:15Z</dcterms:modified>
</cp:coreProperties>
</file>